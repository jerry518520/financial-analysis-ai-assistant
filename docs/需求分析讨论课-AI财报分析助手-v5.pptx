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AI财报分析助手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840480" y="2926080"/>
            <a:ext cx="14630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软件卓越2311  |  李冰杰 &amp; 朱逸晨</a:t>
            </a:r>
            <a:endParaRPr lang="en-US" sz="1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报告人：李冰杰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74320" y="182880"/>
            <a:ext cx="1828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选题过程与成员分工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发现痛点 → 锁定方向 → 确定方案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选题过程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调研发现：</a:t>
            </a:r>
            <a:r>
              <a:rPr lang="en-US" sz="13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普通投资者面对上市公司财报时，专业术语难懂、数据分散在多处、财务指标计算复杂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锁定方向：</a:t>
            </a:r>
            <a:r>
              <a:rPr lang="en-US" sz="13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 AI 技术帮助非金融专业人士"一句话读懂财报"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确定方案：</a:t>
            </a:r>
            <a:r>
              <a:rPr lang="en-US" sz="13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基于大语言模型 + RAG 检索增强 + Agent 沙盒计算，构建智能财报分析系统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👥 成员分工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李冰杰（报告人）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系统架构设计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前后端全栈开发（Streamlit + FastAPI）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PDF解析 · RAG检索 · AI Agent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朱逸晨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软件测试与功能验证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测试用例编写 · API测试 · 功能回归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74320" y="182880"/>
            <a:ext cx="1828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需求分析方法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面向对象需求分析方法（OOA）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我们选择</a:t>
            </a:r>
            <a:r>
              <a:rPr lang="en-US" sz="16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面向对象方法</a:t>
            </a:r>
            <a:r>
              <a:rPr lang="en-US" sz="16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进行需求分析，该方法从</a:t>
            </a:r>
            <a:r>
              <a:rPr lang="en-US" sz="1600" b="1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用户视角</a:t>
            </a:r>
            <a:r>
              <a:rPr lang="en-US" sz="16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出发，通过识别</a:t>
            </a:r>
            <a:r>
              <a:rPr lang="en-US" sz="1600" b="1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参与者（Actor）</a:t>
            </a:r>
            <a:r>
              <a:rPr lang="en-US" sz="16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</a:t>
            </a:r>
            <a:r>
              <a:rPr lang="en-US" sz="1600" b="1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用例（Use Case）</a:t>
            </a:r>
            <a:r>
              <a:rPr lang="en-US" sz="16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来描述系统功能。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为什么选面向对象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系统交互对象明确（投资者与财报），功能边界清晰，用例模型能直观展示用户与系统的交互关系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83464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97180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46120" y="33832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建模产出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374904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用例图 + 用例描述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活动图（业务流程）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类图（概念模型）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83464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97180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33832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参考资料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74904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《软件工程导论》张海藩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LlamaParse官方文档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LangChain / FastAPI 文档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74320" y="182880"/>
            <a:ext cx="1828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需求分析活动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315085" y="1783080"/>
            <a:ext cx="6400800" cy="739775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9202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80895" y="1783207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📝 用户调研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08661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调研目标用户群体（普通股票投资者），收集核心痛点：</a:t>
            </a:r>
            <a:r>
              <a:rPr lang="en-US" sz="15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术语难懂、数据分散、无法验证数据真伪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2468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260604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69748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80895" y="2606167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📖 资料查阅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292608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查阅 LangChain、LangGraph、LlamaParse、FAISS 等技术文档，评估技术方案可行性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2461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71600" y="338328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347472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103120" y="336499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💬 小组讨论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370332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小组内部讨论需求优先级，确定五大核心功能：解析、检索、摘要、计算、问答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40233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1600" y="416052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425196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103120" y="4160647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📐 分析建模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448056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绘制用例图、编写用例描述，形成软件需求规格说明书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74320" y="182880"/>
            <a:ext cx="1828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系统目标、意义与范围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🎯 系统目的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93192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帮助</a:t>
            </a:r>
            <a:r>
              <a:rPr lang="en-US" sz="12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非金融专业人士</a:t>
            </a: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轻松读懂并分析上市公司财务报表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充当"</a:t>
            </a:r>
            <a:r>
              <a:rPr lang="en-US" sz="12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审计助理</a:t>
            </a: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"，自动抓取高危指标并拉响警报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所有数据提供</a:t>
            </a:r>
            <a:r>
              <a:rPr lang="en-US" sz="12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PDF页码溯源</a:t>
            </a: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，支持用户一键验证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📏 系统范围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39319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</a:t>
            </a:r>
            <a:r>
              <a:rPr lang="en-US" sz="12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中文上市公司年报/季报</a:t>
            </a: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PDF 格式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五大功能：PDF解析 → 向量检索 → 智能问答 → 指标计算 → 摘要生成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0116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系统意义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9319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降低投资门槛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让普通投资者也能像专业分析师一样审阅财报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消除算术幻觉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Agent沙盒隔离计算，彻底杜绝大模型数值伪造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可验证可信任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RAG全链路溯源，每个结论指向原始PDF页码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411480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416052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目标用户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43891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缺乏专业审计能力的普通股票投资者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679065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74320" y="182880"/>
            <a:ext cx="1828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功能需求分析 — 用例图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1645920"/>
            <a:ext cx="5029200" cy="3200400"/>
          </a:xfrm>
          <a:prstGeom prst="rect">
            <a:avLst/>
          </a:prstGeom>
          <a:solidFill>
            <a:srgbClr val="111111">
              <a:alpha val="5000"/>
            </a:srgbClr>
          </a:solidFill>
          <a:ln w="19050">
            <a:solidFill>
              <a:srgbClr val="44444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200400" y="15087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AI财报分析助手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1546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投资者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1828800"/>
            <a:ext cx="201168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90195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上传财报文档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20220000">
            <a:off x="1076960" y="2504440"/>
            <a:ext cx="1735455" cy="22098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423160"/>
            <a:ext cx="201168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49631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智能问答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2834640"/>
            <a:ext cx="1463040" cy="36576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3017520"/>
            <a:ext cx="2011680" cy="457200"/>
          </a:xfrm>
          <a:prstGeom prst="ellipse">
            <a:avLst/>
          </a:prstGeom>
          <a:solidFill>
            <a:srgbClr val="06B6D4">
              <a:alpha val="2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09067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财务指标计算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2834640"/>
            <a:ext cx="1645920" cy="96012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611880"/>
            <a:ext cx="201168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368503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生成摘要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2834640"/>
            <a:ext cx="1463040" cy="155448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4206240"/>
            <a:ext cx="201168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427939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财报数据解析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" y="2788920"/>
            <a:ext cx="3931920" cy="4572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2606040"/>
            <a:ext cx="2011680" cy="457200"/>
          </a:xfrm>
          <a:prstGeom prst="ellipse">
            <a:avLst/>
          </a:prstGeom>
          <a:solidFill>
            <a:srgbClr val="06B6D4">
              <a:alpha val="2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67919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指标检索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0" y="2834640"/>
            <a:ext cx="3931920" cy="82296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3474720"/>
            <a:ext cx="201168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54787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RAG溯源问答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645920" y="49377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0" y="493776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0" y="49377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493776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06240" y="49377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493776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0" y="49377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493776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问答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49377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493776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</a:t>
            </a:r>
            <a:endParaRPr lang="en-US" sz="1100" dirty="0"/>
          </a:p>
        </p:txBody>
      </p:sp>
      <p:sp>
        <p:nvSpPr>
          <p:cNvPr id="43" name="Shape 12"/>
          <p:cNvSpPr/>
          <p:nvPr/>
        </p:nvSpPr>
        <p:spPr>
          <a:xfrm rot="20220000">
            <a:off x="1076960" y="2504440"/>
            <a:ext cx="1735455" cy="22098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74320" y="182880"/>
            <a:ext cx="1828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功能需求 — 核心用例描述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828800"/>
          <a:ext cx="8229600" cy="301752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457200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用例名称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前置条件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主要流程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PDF智能解析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用户已上传PDF文件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系统采用混合解析策略：普通页面使用PyMuPDF本地提取，表格页面送LlamaParse高精度解析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RAG溯源问答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PDF解析完成，向量索引已构建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用户提问 → 向量库检索 → 组装上下文 → LLM生成答案 → 附带源文档页码引用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Agent沙盒计算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用户提出涉及财务指标计算的问题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Agent通过Plan-Execute-Observe动态规划 → 注入Python沙盒执行计算 → 返回精确结果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一键排雷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PDF上传完成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系统自动后台巡检核心风险科目 → 生成可视化风险指示灯 → 变"被动提问"为"主动防御"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t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74320" y="182880"/>
            <a:ext cx="1828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功能需求 — 业务流程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用活动图呈现的财报解析全流程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148840"/>
            <a:ext cx="6400800" cy="594360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24028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22199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441448"/>
            <a:ext cx="5303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用户通过Web界面上传PDF财报文件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743200"/>
            <a:ext cx="457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2880360"/>
            <a:ext cx="6400800" cy="594360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97180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03120" y="295351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混合解析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172968"/>
            <a:ext cx="5303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PyMuPDF本地提取 + LlamaParse高精度表格解析，自动识别页面类型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474720"/>
            <a:ext cx="457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3611880"/>
            <a:ext cx="6400800" cy="594360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370332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103120" y="3612007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向量索引构建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03120" y="3904488"/>
            <a:ext cx="5303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MarkdownTextSplitter智能切分 → HuggingFace Embeddings向量化 → FAISS索引存储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4206240"/>
            <a:ext cx="457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371600" y="4343400"/>
            <a:ext cx="6400800" cy="594360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443484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103120" y="441655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用户交互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03120" y="4636008"/>
            <a:ext cx="5303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用户可进行：提问（RAG溯源问答）、计算（Agent沙盒）、摘要生成、一键排雷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74320" y="182880"/>
            <a:ext cx="1828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性能需求与接口需求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⚡ 性能需求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931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PDF解析性能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100页财报本地解析 &lt;30秒，含表格页面启用LlamaParse高精度模式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931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问答响应时间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RAG检索 + LLM生成首字响应 &lt;5秒，完整回答流式输出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3931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向量检索效率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FAISS索引在100页财报的向量库中，Top-K检索响应 &lt;1秒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3931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计算准确性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70248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Agent沙盒计算结果精确到小数点后2位，财务指标计算零幻觉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🔌 接口需求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3931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用户接口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487168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Streamlit Web界面，文件上传、聊天对话、可视化排雷大盘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063240"/>
            <a:ext cx="3931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外部接口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264408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 LLM API（文本生成）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LlamaParse API（高精度表格解析）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840480"/>
            <a:ext cx="3931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软件接口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041648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RESTful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前端与后端通过HTTP通信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74320" y="182880"/>
            <a:ext cx="1828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其它需求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用户上传的财报文件在本地完成解析和向量化，仅检索查询通过API调用云端LLM。Agent计算在隔离沙盒中执行。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1488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21945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可维护性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514600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采用模块化架构：PDF解析、向量检索、Agent计算、前端UI各模块独立。核心LLM支持DeepSeek及OpenAI兼容接口替换。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5661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可移植性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支持Docker一键部署，也可本地Poetry开发环境运行。依赖Python 3.11，推荐配备NVIDIA GPU。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8328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520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5661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易用性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3886200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Web交互界面简洁直观，用户只需上传PDF即可使用。系统自动完成解析、索引构建、排雷检测。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274320" y="182880"/>
            <a:ext cx="1828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需求验证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验证需求的正确性及完整性，防止系统需求过少或存在明显冲突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21992"/>
            <a:ext cx="365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221992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同行评审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386584"/>
            <a:ext cx="6858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小组成员交叉审查需求规格说明书，检查需求描述是否清晰、无歧义，各需求之间是否存在矛盾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70632"/>
            <a:ext cx="365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698877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需求覆盖性检查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935224"/>
            <a:ext cx="6858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逐一对照讨论课要求的7个方面，确认选题分工、分析方法、分析活动、目标范围、功能建模、性能接口、其他需求均完整覆盖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19272"/>
            <a:ext cx="365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19272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用例场景验证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483864"/>
            <a:ext cx="6858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针对每个核心用例编写测试用例，通过自动化测试验证功能需求的可实现性和正确性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79476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67912"/>
            <a:ext cx="365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867912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一致性检查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032504"/>
            <a:ext cx="6858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确保需求文档中各章节的术语、定义、功能描述保持一致，不存在前后矛盾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34340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416552"/>
            <a:ext cx="365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416552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可追溯性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4581144"/>
            <a:ext cx="6858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每条需求可追溯到对应的用例和用户场景，确保没有"悬空"需求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3B82F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8B5CF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657600" y="1371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840480" y="2651760"/>
            <a:ext cx="14630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AI财报分析助手 — 需求分析讨论课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软件卓越2311 · 李冰杰 &amp; 朱逸晨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2425</Words>
  <Application>WPS 演示</Application>
  <PresentationFormat>On-screen Show (16:9)</PresentationFormat>
  <Paragraphs>330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AI财报分析助手 — 需求分析讨论课</dc:title>
  <dc:creator>李冰杰</dc:creator>
  <dc:subject>需求分析讨论课汇报</dc:subject>
  <cp:lastModifiedBy>Lothric</cp:lastModifiedBy>
  <cp:revision>4</cp:revision>
  <dcterms:created xsi:type="dcterms:W3CDTF">2026-03-31T04:01:00Z</dcterms:created>
  <dcterms:modified xsi:type="dcterms:W3CDTF">2026-03-31T04:05:30Z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B2E5545C498B49BE9F3F3EC4844A5120_12</vt:lpwstr>
  </property>
  <property fmtid="{D5CDD505-2E9C-101B-9397-08002B2CF9AE}" pid="3" name="KSOProductBuildVer">
    <vt:lpwstr>2052-12.1.0.25225</vt:lpwstr>
  </property>
</Properties>
</file>