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需求分析讨论课报告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0" y="3108960"/>
            <a:ext cx="2130552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 第三章  软件项目需求分析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班级：软件卓越2311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小组成员：李冰杰、朱逸晨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RAG检索增强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15600" y="5303520"/>
            <a:ext cx="1463040" cy="347472"/>
          </a:xfrm>
          <a:prstGeom prst="roundRect">
            <a:avLst>
              <a:gd name="adj" fmla="val 39474"/>
            </a:avLst>
          </a:prstGeom>
          <a:solidFill>
            <a:srgbClr val="1A2332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280160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28016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选题过程与成员分工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1938528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41E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9385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19385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需求分析方法与活动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2596896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59689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25968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系统目标、意义与范围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255264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41E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25526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77440" y="32552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功能需求分析建模（面向对象方法）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913632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9136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39136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性能需求与接口需求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4572000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41E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45720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77440" y="4572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其他需求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5230368"/>
            <a:ext cx="9445752" cy="530352"/>
          </a:xfrm>
          <a:prstGeom prst="roundRect">
            <a:avLst>
              <a:gd name="adj" fmla="val 13793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523036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377440" y="52303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选题过程与成员分工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选题过程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调研发现：非金融专业人士阅读财报存在三大痛点——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专业术语难懂、数据分散难找、分析计算困难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技术趋势：大语言模型(LLM)和RAG技术的快速发展，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使智能文档分析成为可能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确定选题：AI财报分析助手——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基于RAG+Agent的智能财报分析系统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核心价值：让用户通过自然语言对话，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即可获取专业的财报分析和指标计算结果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成员分工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李冰杰：系统架构设计、后端核心模块开发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(PDF解析引擎、RAG服务、AI Agent)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朱逸晨：前端界面开发、测试用例编写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(Streamlit交互界面、API测试、功能验证)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155680" cy="2011680"/>
          </a:xfrm>
          <a:prstGeom prst="roundRect">
            <a:avLst>
              <a:gd name="adj" fmla="val 4545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需求分析活动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用户访谈和调研 → 了解非金融用户对财报分析的真实需求和痛点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资料查阅 → 研究LangChain、RAG、FAISS等技术的最佳实践和官方文档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会议讨论 → 确定系统功能范围、技术选型、模块划分和接口设计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分析建模 → 绘制用例图、活动图，梳理业务流程和数据流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需求分析方法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采用方法：面向对象需求分析方法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本系统采用面向对象需求分析方法进行需求分析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使用UML用例图描述系统与外部角色的交互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使用UML活动图呈现核心业务流程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结合用例描述详细说明每个功能的前置条件、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基本流程和异常处理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选择理由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系统涉及多个用户角色和复杂的交互流程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面向对象方法能更好地描述AI Agent的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自主决策和工具调用行为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用例模型直观展示系统的功能边界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便于后续面向对象的设计和实现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155680" cy="182880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需求分析活动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用户访谈和调研 → 针对非金融背景用户，了解使用财报分析工具的痛点与期望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资料查阅 → 研究RAG技术架构、FAISS向量数据库、LangGraph Agent框架的官方文档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会议讨论 → 确定系统五大核心功能模块：PDF解析、向量检索、智能问答、指标计算、摘要生成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分析建模 → 绘制系统用例图和核心业务活动图，梳理功能需求和数据流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系统目标、意义与范围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200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帮助非金融专业人士轻松读懂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上市公司PDF财务报表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提供自然语言交互界面，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无需财务专业知识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自动提取关键财务数据，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进行精确的指标计算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系统意义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降低财报分析门槛，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普及财务知识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提升信息获取效率，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辅助投资决策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展示现代AI技术在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金融领域的应用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系统范围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1783080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输入：PDF格式上市公司财报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核心：智能问答 + 指标计算 + 摘要生成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输出：结构化的财务分析结果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PDF来源溯源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约束：依赖外部API(DeepSeek、LlamaParse)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155680" cy="182880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89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用户特点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普通用户：只能通过自然语言提问获取财报数据，无需财务专业知识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投资者：需要快速分析目标公司的财务健康状况，对数据准确性要求较高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企业管理人员：需要了解竞争对手的财务表现，期望获得简明扼要的财务摘要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学生研究者：学习财务分析知识，需要从财报中提取数据进行研究分析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功能需求分析 — 用例图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A2D4A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8503920" cy="5029200"/>
          </a:xfrm>
          <a:prstGeom prst="roundRect">
            <a:avLst>
              <a:gd name="adj" fmla="val 2727"/>
            </a:avLst>
          </a:prstGeom>
          <a:solidFill>
            <a:srgbClr val="0E1A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43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AI财报分析助手系统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上传财报PDF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解析PDF文档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37744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构建向量索引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37744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10896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财务指标计算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310896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智能摘要生成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384048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PDF来源溯源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840480"/>
            <a:ext cx="2560320" cy="502920"/>
          </a:xfrm>
          <a:prstGeom prst="ellipse">
            <a:avLst/>
          </a:prstGeom>
          <a:solidFill>
            <a:srgbClr val="162B4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推荐问题生成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&lt;&lt;include&gt;&gt;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说明：用户通过自然语言与系统交互，系统自动完成解析→检索→推理→计算→回答的完整链路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功能需求分析 — 用例描述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用例1：上传并解析财报PDF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200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参与者：用户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前置条件：用户已打开系统Web界面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基本流程：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1. 用户点击上传按钮，选择PDF财报文件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2. 系统检查文件大小（≤100MB）和格式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3. 混合解析引擎扫描文档结构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4. 普通页→PyMuPDF本地提取；表格页→LlamaParse高精度解析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5. 解析结果本地缓存，构建RAG向量索引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异常处理：文件格式错误→提示用户重新上传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用例2：智能问答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783080"/>
            <a:ext cx="3200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参与者：用户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前置条件：已成功上传并解析财报PDF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基本流程：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1. 用户输入自然语言问题（如"营收是多少"）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2. 系统RAG检索相关上下文（top-5, 阈值≥0.2）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3. 简单问题走轻量级通道（1次LLM调用）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4. 复杂问题走Agent深度分析（ReAct循环，最多5轮）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5. Agent自动调用财务计算工具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6. 返回答案 + 来源页码 + 推荐问题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用例3：一键摘要生成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783080"/>
            <a:ext cx="3200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参与者：用户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前置条件：已成功上传并解析财报PDF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基本流程：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1. 用户点击"生成核心摘要"按钮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2. 系统选择聚焦模式（综合/财务/风险/业务）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3. 执行多查询检索，综合多个主题的上下文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4. LLM生成结构化摘要（核心指标+经营亮点+风险+展望）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异常处理：知识库未建立→提示用户先上传财报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1338560" cy="182880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89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业务流程说明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8006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整体业务流程：用户上传PDF → 系统混合解析（PyMuPDF + LlamaParse） → 构建FAISS向量索引 → 用户自然语言提问 → RAG检索上下文 → AI Agent推理 → 调用19种财务计算工具 → 生成结构化回答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Agent工作流：意图识别 → 工具调用 → 自我反思 → 多轮迭代（最多5轮）→ 生成最终回答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功能需求分析 — 系统功能模块图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972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36576" cy="3657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94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PDF解析模块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混合解析引擎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RAG检索模块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向量库构建与检索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Agent模块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自主推理与计算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69680" y="2194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摘要生成模块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多聚焦智能摘要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API接口模块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6个RESTful接口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上传/对话/摘要/预览/溯源/健康检查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657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前端交互模块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Web界面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上传/对话/预设问题/溯源/推荐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657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财务计算工具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19种专业指标计算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增长率/利润率/ROE/EPS/PE/趋势分析...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69680" y="3657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缓存与持久化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06840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PDF哈希缓存/FAISS索引持久化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索引复用机制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3383280"/>
            <a:ext cx="36576" cy="2743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3035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系统采用前后端分离架构，FastAPI提供RESTful API，Streamlit提供交互式Web界面，FAISS提供高性能向量检索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性能需求与接口需求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5760720" cy="2926080"/>
          </a:xfrm>
          <a:prstGeom prst="roundRect">
            <a:avLst>
              <a:gd name="adj" fmla="val 3125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精度要求：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结构化数据（营收、利润等）准确率≥90%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财务计算浮点数保留4位小数，百分比保留2位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时间特性：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PDF解析（20页以内）：30秒-2分钟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向量索引构建：10-30秒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RAG检索响应：&lt; 1秒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LLM回答生成：3-15秒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摘要生成：15-30秒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灵活性：LLM模型可替换（DeepSeek/OpenAI兼容）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接口需求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用户接口：Streamlit Web交互界面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深色金融主题 + 翡翠绿accent + 金色点缀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支持PDF上传、自然语言对话、预设问题按钮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PDF来源溯源（多页图片展示）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软件接口：FastAPI RESTful API（共6个）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POST /upload — 上传并解析财报PDF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POST /chat — 智能对话问答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POST /analyze/summary — 生成财报摘要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GET /highlight — PDF页面截图（高亮）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硬件接口：需NVIDIA GPU加速向量计算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通信接口：DeepSeek API + LlamaParse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11338560" cy="1645920"/>
          </a:xfrm>
          <a:prstGeom prst="roundRect">
            <a:avLst>
              <a:gd name="adj" fmla="val 5556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接口需求（续）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983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外部接口：DeepSeek LLM API（大模型推理）、LlamaParse API（PDF云端解析）、HuggingFace模型库（BGE-M3 Embedding模型下载）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系统约束：依赖外部API服务，需网络连接；主要针对中文财报优化；推荐配备NVIDIA GPU（CUDA 12.6+）；支持Docker一键部署和本地Poetry开发两种模式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其他需求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303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API Key通过环境变量(.env)管理，不硬编码在代码中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文件上传限制100MB，防止恶意大文件攻击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FAISS向量库线程锁保护并发读写安全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CORS中间件允许跨域访问（开发阶段）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可维护性需求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采用前后端分离架构，模块间低耦合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统一错误处理和日志输出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Pytest自动化测试覆盖核心模块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Poetry统一依赖管理，环境可复现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可移植性需求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343400"/>
            <a:ext cx="5303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Docker容器化部署，支持一键启动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前后端双容器独立运行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数据卷持久化（cache_data + faiss_index）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国内镜像源加速（阿里云PyPI、HuggingFace镜像）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749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易用性需求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34340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暗色金融主题UI，降低视觉疲劳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6大类预设问题按钮，引导用户提问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AI动态生成推荐问题，引导深入分析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多级进度条反馈，提升用户等待体验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365760"/>
            <a:ext cx="36576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AI财报分析助手 | 需求分析讨论课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5760720" cy="2560320"/>
          </a:xfrm>
          <a:prstGeom prst="roundRect">
            <a:avLst>
              <a:gd name="adj" fmla="val 3571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功能验证：Pytest自动化测试（168个测试用例）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API端点测试 / Agent逻辑测试 / 解析器测试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RAG服务测试 / 财务计算器测试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集成验证：Docker环境端到端测试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前后端联调、完整业务流程覆盖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人工测试：按照测试记录表逐项验证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PDF解析准确性、问答相关性、计算精度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需求正确性：所有功能需求均有对应的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测试用例和实现代码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需求完整性：五大核心功能模块全部实现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PDF解析 / 向量检索 / 智能问答 / 指标计算 / 摘要生成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需求一致性：软件规格说明书与实际实现一致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需求无冲突：功能需求之间无矛盾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11338560" cy="2011680"/>
          </a:xfrm>
          <a:prstGeom prst="roundRect">
            <a:avLst>
              <a:gd name="adj" fmla="val 4545"/>
            </a:avLst>
          </a:prstGeom>
          <a:solidFill>
            <a:srgbClr val="0F19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测试体系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测试文件：5个测试模块 — test_api_endpoints.py / test_agent_logic.py / test_document_parser_hybrid.py / test_rag_service.py / test_financial_calculator.py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测试框架：Pytest 8.0 + pytest-asyncio + pytest-cov | 运行方式：poetry run pytest tests/ -v | 覆盖率：--cov=financial_report_ai_assistant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1463040"/>
            <a:ext cx="2130552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面向对象需求分析方法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22860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使用UML用例图和活动图，系统化地描述了系统的功能需求和业务流程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26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五大核心功能模块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3383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PDF解析 → 向量检索 → 智能问答 → 指标计算 → 摘要生成，覆盖完整的分析链路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233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19种财务计算工具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44805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涵盖盈利、偿债、运营、趋势、统计五大类，Agent自动调用，告别"幻觉估算"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512064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5120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1168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完善的需求验证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55778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168个自动化测试用例 + Docker集成测试 + 人工测试记录，确保需求实现的正确性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 ·  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AI财报分析助手 — 需求分析讨论课</dc:title>
  <dc:subject>PptxGenJS Presentation</dc:subject>
  <dc:creator>李冰杰、朱逸晨</dc:creator>
  <cp:lastModifiedBy>李冰杰、朱逸晨</cp:lastModifiedBy>
  <cp:revision>1</cp:revision>
  <dcterms:created xsi:type="dcterms:W3CDTF">2026-03-31T02:11:01Z</dcterms:created>
  <dcterms:modified xsi:type="dcterms:W3CDTF">2026-03-31T02:11:01Z</dcterms:modified>
</cp:coreProperties>
</file>